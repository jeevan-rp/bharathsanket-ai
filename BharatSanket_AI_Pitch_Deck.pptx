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0E5FF"/>
                </a:solidFill>
              </a:defRPr>
            </a:pPr>
            <a:r>
              <a:t>CIVIC &amp; INFRASTRUCTURE INTELLIGENCE PLATFORM FOR INDIA</a:t>
            </a:r>
          </a:p>
          <a:p>
            <a:pPr>
              <a:spcAft>
                <a:spcPts val="1200"/>
              </a:spcAft>
              <a:defRPr sz="4400" b="1">
                <a:solidFill>
                  <a:srgbClr val="F1F5F9"/>
                </a:solidFill>
              </a:defRPr>
            </a:pPr>
            <a:r>
              <a:t>BharatSanket AI (भारत संकेत)</a:t>
            </a:r>
          </a:p>
          <a:p>
            <a:pPr>
              <a:spcAft>
                <a:spcPts val="2000"/>
              </a:spcAft>
              <a:defRPr sz="1800">
                <a:solidFill>
                  <a:srgbClr val="FF9933"/>
                </a:solidFill>
              </a:defRPr>
            </a:pPr>
            <a:r>
              <a:t>Empowering 1.4 Billion Citizens with Multimodal AI Vision, Multilingual Voice/Text Grievance Resolution &amp; Geospatial Governance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Core Tech: Google Gemini 2.5 Flash • Firebase Firestore • Mapbox GL • React 18 + Tailwind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The Civic Crisis: Broken Grievance Pipelines in India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42041"/>
          </a:solidFill>
          <a:ln w="19050"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9933"/>
                </a:solidFill>
              </a:defRPr>
            </a:pPr>
            <a:r>
              <a:t>Linguistic Exclusion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22+ official languages and hundreds of local dialects.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Citizens struggle with rigid English forms and bureaucratic portals.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Rural and semi-urban communities are digitally disenfranchised.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Valuable civic feedback is lost due to communication barriers.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42041"/>
          </a:solidFill>
          <a:ln w="19050"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EF4444"/>
                </a:solidFill>
              </a:defRPr>
            </a:pPr>
            <a:r>
              <a:t>Verification Void &amp; Spam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Over 35% of municipal time is wasted on unverified or duplicate complaints.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Vague text descriptions lack photographic evidence.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Inspectors dispatched blindly to non-existent or misreported issues.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Zero fraud detection allows malicious ticket spamming.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42041"/>
          </a:solidFill>
          <a:ln w="19050"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E5FF"/>
                </a:solidFill>
              </a:defRPr>
            </a:pPr>
            <a:r>
              <a:t>Municipal Data Blindspots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Commissioners lack aggregated real-time geospatial demand analytics.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Grievances sit in departmental silos without audit trails.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No proactive warning for seasonal crises (monsoon floods, open drains).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Capital budgets allocated reactively without ground-truth heatmaps.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BharatSanket AI: The Unified Civic Intelligence Ecosystem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42041"/>
          </a:solidFill>
          <a:ln w="19050"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E5FF"/>
                </a:solidFill>
              </a:defRPr>
            </a:pPr>
            <a:r>
              <a:t>1. Multilingual Natural Language Parsing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Citizens submit complaints in any Indian language or dialect via voice/text.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Gemini 2.5 Flash automatically translates, standardizes, and tags core intent.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142041"/>
          </a:solidFill>
          <a:ln w="19050"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2. Multimodal Visual Evidence Verification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Real-time cross-verification of uploaded photos against text description.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Calibrates severity score (1-5), flags spam/mismatches, and spots physical hazards.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42041"/>
          </a:solidFill>
          <a:ln w="19050"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0624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9933"/>
                </a:solidFill>
              </a:defRPr>
            </a:pPr>
            <a:r>
              <a:t>3. Automated Geolocation &amp; Clustering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Automatic extraction of landmark names and coordinates.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Aggregates proximate issues into neighborhood heatmaps on Mapbox GL.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120640" cy="2103120"/>
          </a:xfrm>
          <a:prstGeom prst="roundRect">
            <a:avLst/>
          </a:prstGeom>
          <a:solidFill>
            <a:srgbClr val="142041"/>
          </a:solidFill>
          <a:ln w="19050"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20624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E5FF"/>
                </a:solidFill>
              </a:defRPr>
            </a:pPr>
            <a:r>
              <a:t>4. Executive Commissioner Intelligence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One-click AI synthesis of entire municipal datasets.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Actionable disaster warnings, priority SLA tasks, and budget deployment recommendations.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CORE TECHNICAL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Under the Hood: Multimodal Gemini AI Inspection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42041"/>
          </a:solidFill>
          <a:ln w="19050"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E5FF"/>
                </a:solidFill>
              </a:defRPr>
            </a:pPr>
            <a:r>
              <a:t>Phase 1: Ingestion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Accepts citizen input: voice, text, or mobile snapshot.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Extracts EXIF metadata, GPS, and timestamp.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Supports zero-config regional Indian inputs.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42041"/>
          </a:solidFill>
          <a:ln w="19050"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Phase 2: Gemini Multimodal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Inline image buffer passed to Gemini 2.5 Flash vision engine.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Deep analysis: hazard detection (potholes, water leaks, broken transformers).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Outputs confidence score &amp; truth match.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42041"/>
          </a:solidFill>
          <a:ln w="19050"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9933"/>
                </a:solidFill>
              </a:defRPr>
            </a:pPr>
            <a:r>
              <a:t>Phase 3: Smart Dispatch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Generates structured JSON with severity, ward ID, and lat/lng.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Pushes to Firebase Firestore with real-time sync.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Triggers automated SLA timeline and notifications.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PRODUCT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Unified Portals: Citizen Transparency &amp; Official Command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42041"/>
          </a:solidFill>
          <a:ln w="19050"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9933"/>
                </a:solidFill>
              </a:defRPr>
            </a:pPr>
            <a:r>
              <a:t>Citizen Portal Experience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Effortless Filing: Single-screen complaint input with auto-detected GPS &amp; camera upload.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Visual AI Confidence Badge: Instant feedback confirming verified infrastructure damage.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Community Feed &amp; Upvoting: Citizens can upvote nearby complaints, eliminating duplicate reports and boosting priority.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End-to-End Status Stepper: Real-time tracking from 'Pending' ➔ 'In Progress' ➔ 'Resolved'.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42041"/>
          </a:solidFill>
          <a:ln w="19050"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E5FF"/>
                </a:solidFill>
              </a:defRPr>
            </a:pPr>
            <a:r>
              <a:t>Official Dashboard &amp; Command Center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Interactive Geospatial Map: High-performance Mapbox GL clustering categorized by severity.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Official SLA Workflow: Municipal officers review AI vision evidence, assign engineers, and add audit notes.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Departmental Analytics: Donut charts and trend monitors across Roads, Water, Power, Sanitation.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One-Click Executive Briefing: AI-generated operational brief for Commissioners and Mayors.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GOVERNANCE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AI Executive Briefing Engine for Municipal Leadership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42041"/>
          </a:solidFill>
          <a:ln w="19050"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E5FF"/>
                </a:solidFill>
              </a:defRPr>
            </a:pPr>
            <a:r>
              <a:t>Strategic Overview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Instant citywide snapshot across all wards and grievance categories.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Calculates pending vs critical vs resolved ratios.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Synthesizes citizen sentiment and urgency trends.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42041"/>
          </a:solidFill>
          <a:ln w="19050"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EF4444"/>
                </a:solidFill>
              </a:defRPr>
            </a:pPr>
            <a:r>
              <a:t>Proactive Risk Assessment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Flags imminent public hazards (e.g. open high-voltage cables, water contamination).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Monsoon preparedness warnings for vulnerable drainage bottlenecks.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Predictive escalation before public outcry.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42041"/>
          </a:solidFill>
          <a:ln w="19050"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Capital Allocation Guidance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Actionable 3-tier task list for municipal commissioners.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Recommendations for immediate contractor fund releases.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Quantified citizen impact metrics (e.g. 150,000+ beneficiaries).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TECHNICAL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Robust Full-Stack Cloud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42041"/>
          </a:solidFill>
          <a:ln w="19050"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E5FF"/>
                </a:solidFill>
              </a:defRPr>
            </a:pPr>
            <a:r>
              <a:t>Frontend Experience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React 18 &amp; Vite (Ultra-fast SPA)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Tailwind CSS with custom glassmorphism design system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Framer Motion for fluid micro-interactions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Mapbox GL JS for responsive vector mapping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42041"/>
          </a:solidFill>
          <a:ln w="19050"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9933"/>
                </a:solidFill>
              </a:defRPr>
            </a:pPr>
            <a:r>
              <a:t>Backend &amp; Database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Node.js &amp; Express REST API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Google Firebase Firestore (Realtime cloud DB)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Firebase Authentication (Citizen &amp; Official RBAC)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Serverless &amp; Container ready (Vercel / Cloud Run)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42041"/>
          </a:solidFill>
          <a:ln w="19050"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AI &amp; Multimodal Core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Google Generative AI SDK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Gemini 2.5 Flash Multimodal Vision model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Multilingual NLP across 10+ Indian languages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Automated Geocoding &amp; Severity Heuristics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IMPACT &amp;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Measurable Social Impact &amp; Scalability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42041"/>
          </a:solidFill>
          <a:ln w="19050"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Key Measurable Metrics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65% Reduction in Triage Time: AI automatically parses, categorizes, and geo-routes issues in seconds.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Zero Duplicate Grievance Waste: Geospatial proximity checks and citizen upvoting eliminate redundant tickets.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100% Auditability: Immutable status updates and officer notes restore citizen trust in civic administration.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Equitable Civic Voice: Breaks language barriers for millions across India.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42041"/>
          </a:solidFill>
          <a:ln w="19050"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E5FF"/>
                </a:solidFill>
              </a:defRPr>
            </a:pPr>
            <a:r>
              <a:t>Pan-India Growth Roadmap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Phase 1 (Current): Full-featured Web &amp; Mobile App with Gemini Vision &amp; Mapbox Geospatial Engine.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Phase 2: WhatsApp &amp; Telegram AI conversational bot integration for zero-install rural reporting.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Phase 3: Integration with PM Gati Shakti &amp; National Data Portals for automated contractor accountability.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Phase 4: Smart City IoT sensor streaming for autonomous predictive maintenance.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PROTOTYPE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Transforming Indian Governance, One Signal at a 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1645920"/>
            <a:ext cx="8869680" cy="4389120"/>
          </a:xfrm>
          <a:prstGeom prst="roundRect">
            <a:avLst/>
          </a:prstGeom>
          <a:solidFill>
            <a:srgbClr val="142041"/>
          </a:solidFill>
          <a:ln w="19050">
            <a:solidFill>
              <a:srgbClr val="263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74520" y="1828800"/>
            <a:ext cx="8412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E5FF"/>
                </a:solidFill>
              </a:defRPr>
            </a:pPr>
            <a:r>
              <a:t>Live Working Prototype &amp; Access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GitHub Repository: https://github.com/jeevan-rp/bharathsanket-ai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Live Prototype Deployed: Ready for evaluation with live Firebase &amp; Gemini backend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Test Access Accounts: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  • Citizen Portal: citizen@bharatsanket.in (Password: Demo@123)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  • Municipal Official: official@bharatsanket.in (Password: Admin@123)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BharatSanket AI is production-ready for India's Municipal Corporations &amp; Smart Cities.</a:t>
            </a:r>
          </a:p>
          <a:p>
            <a:pPr>
              <a:spcAft>
                <a:spcPts val="600"/>
              </a:spcAft>
              <a:defRPr sz="1150">
                <a:solidFill>
                  <a:srgbClr val="F1F5F9"/>
                </a:solidFill>
              </a:defRPr>
            </a:pPr>
            <a:r>
              <a:t>• Built with passion for civic intelligence and digital empowerment.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